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1188720"/>
            <a:ext cx="6858000" cy="6858000"/>
          </a:xfrm>
          <a:prstGeom prst="ellipse">
            <a:avLst/>
          </a:prstGeom>
          <a:solidFill>
            <a:srgbClr val="25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5486400" cy="5486400"/>
          </a:xfrm>
          <a:prstGeom prst="ellipse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54880" y="5303520"/>
            <a:ext cx="3474720" cy="3474720"/>
          </a:xfrm>
          <a:prstGeom prst="ellipse">
            <a:avLst/>
          </a:prstGeom>
          <a:solidFill>
            <a:srgbClr val="1E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2194560" cy="402336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9875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개발 완료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10972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생산계획대비 자재부족현황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0B429"/>
                </a:solidFill>
              </a:rPr>
              <a:t>웹 애플리케이션 개발 완료보고서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9067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B0C8E0"/>
                </a:solidFill>
              </a:rPr>
              <a:t>Material Shortage Status vs. Production Plan  —  Web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84448"/>
            <a:ext cx="5943600" cy="254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보고 일자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490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8"/>
                </a:solidFill>
              </a:rPr>
              <a:t>2026년 04월 01일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3308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개발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133087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8"/>
                </a:solidFill>
              </a:rPr>
              <a:t>순수 프론트엔드 SPA (Single-Page Application)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17135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주요 기술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517135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8"/>
                </a:solidFill>
              </a:rPr>
              <a:t>HTML5 · CSS3 · Vanilla JS · xlsx.js · Supabase · Vercel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01183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핵심 기능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901183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8"/>
                </a:solidFill>
              </a:rPr>
              <a:t>BOM × 생산계획 → 재고·키팅 비교 분석 &amp; 자재부족 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8523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연동 시스템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285231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8"/>
                </a:solidFill>
              </a:rPr>
              <a:t>sMES (조립 자재 Kitting) · Supabase DB/Storage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프로젝트 개요 및 개발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12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기존 수작업 분석 한계 극복 → 실시간 자재부족 현황 자동 분석 웹앱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0A0C8"/>
                </a:solidFill>
              </a:rPr>
              <a:t>생산계획대비 자재부족현황 앱 개발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9496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40233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1612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도입 배경 및 목적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664208"/>
            <a:ext cx="64008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64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기존 문제점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5681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생산계획과 BOM·재고를 수동으로 Excel 대조
• 품목별 자재부족 계산 반복 수작업 (일 30분+)
• 데이터 불일치·누락 오류 발생 빈번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" y="2807208"/>
            <a:ext cx="64008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807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개발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9981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파일 업로드만으로 자동 분석 — 클릭 1회
• BOM 다단계 전개(Lv1/Lv2) 자동 계산
• 키팅 자재 반영 후 실질 부족 수량 산출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3950208"/>
            <a:ext cx="64008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950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기대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4281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분석 시간 30분 → 10초 이내로 단축
• 누락·오계산 없는 정확한 부족 현황 파악
• 팀원 공유 — Supabase 클라우드 동기화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143000"/>
            <a:ext cx="589788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143000"/>
            <a:ext cx="5897880" cy="402336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1612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 앱 기능 범위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664208"/>
            <a:ext cx="731520" cy="512064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77393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입력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6824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52A3"/>
                </a:solidFill>
              </a:rPr>
              <a:t>4종 + 키팅 다중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9202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BOM · 생산계획 · 재고현황 · 포장사양 · 키팅 xlsx (복수)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377440"/>
            <a:ext cx="731520" cy="512064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48716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인증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395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8A4A"/>
                </a:solidFill>
              </a:rPr>
              <a:t>회원제 접근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6334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로그인 / 회원가입 / 관리자 승인 / 권한별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090672"/>
            <a:ext cx="731520" cy="512064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2004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108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68C"/>
                </a:solidFill>
              </a:rPr>
              <a:t>BOM 전개 계산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3467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BOM×계획 → 필요량 산출 → (재고+키팅) 차감 → 부족 판정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803904"/>
            <a:ext cx="731520" cy="5120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91363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8221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6개 탭 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05993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자재별·모델별·일자별·재고·모델재고·포장재 소요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517136"/>
            <a:ext cx="731520" cy="512064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62686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공유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5354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59E"/>
                </a:solidFill>
              </a:rPr>
              <a:t>클라우드 동기화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7731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Supabase Storage — 장치 무관 최신 파일 자동 복원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5230368"/>
            <a:ext cx="731520" cy="5120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534009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자동화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2486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sMES 키팅 연동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키팅 자동화 버튼 → Python 스크립트 → 자동 업로드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12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순수 프론트엔드 SPA — 백엔드 서버 불필요 · Supabase BaaS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0A0C8"/>
                </a:solidFill>
              </a:rPr>
              <a:t>생산계획대비 자재부족현황 앱 개발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19456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344168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프레젠테이션 레이어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8608" y="1271016"/>
            <a:ext cx="3200400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5F"/>
                </a:solidFill>
              </a:rPr>
              <a:t>HTML5 · CSS3 · Vanilla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3716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단일 파일(자재부족현황.html) SPA — 서버 빌드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58568"/>
            <a:ext cx="116403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58568"/>
            <a:ext cx="2194560" cy="100584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459736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비즈니스 로직 레이어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8608" y="2386584"/>
            <a:ext cx="3200400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3957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952A3"/>
                </a:solidFill>
              </a:rPr>
              <a:t>xlsx.js (SheetJS) · 인메모리 분석 엔진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48716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BOM 다단계 전개 · 생산계획 파싱 · 자재 부족 계산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74136"/>
            <a:ext cx="116403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374136"/>
            <a:ext cx="2194560" cy="100584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3575304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데이터 레이어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78608" y="3502152"/>
            <a:ext cx="3200400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5112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868C"/>
                </a:solidFill>
              </a:rPr>
              <a:t>Supabase (PostgreSQL + Storage + Auth)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602736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회원 인증 · 파일 공유 · 업로드 이력 실시간 동기화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43400"/>
            <a:ext cx="116403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116403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616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주요 컴포넌트 &amp; 흐름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828032"/>
            <a:ext cx="182880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4828032"/>
            <a:ext cx="1828800" cy="38404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864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파일 업로드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50840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&amp; 파싱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xlsx.js → ArrayBuffer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559552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sheet별 데이터 추출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2848" y="544068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22576" y="4828032"/>
            <a:ext cx="182880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22576" y="4828032"/>
            <a:ext cx="1828800" cy="384048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22576" y="4864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컬럼 매핑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2576" y="50840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자동 감지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5303520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생산계획 조립_A~D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8" y="5559552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헤더 자동 인식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1376" y="544068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61104" y="4828032"/>
            <a:ext cx="182880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1104" y="4828032"/>
            <a:ext cx="1828800" cy="38404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4" y="4864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BOM 전개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1104" y="50840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계산 엔진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6" y="5303520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Lv1/Lv2 재귀 전개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6" y="5559552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소요량 누적 합산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9904" y="544068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2" y="4828032"/>
            <a:ext cx="182880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99632" y="4828032"/>
            <a:ext cx="182880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9632" y="4864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재고·키팅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9632" y="50840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비교 분석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2784" y="5303520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재고+키팅 → 부족량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72784" y="5559552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긴급도(1/3일) 판정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28432" y="544068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4828032"/>
            <a:ext cx="182880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38160" y="4828032"/>
            <a:ext cx="1828800" cy="38404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4864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결과 렌더링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50840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&amp; 필터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5303520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6탭 동적 테이블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5559552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실시간 검색·필터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544068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76688" y="4828032"/>
            <a:ext cx="182880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76688" y="4828032"/>
            <a:ext cx="18288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76688" y="4864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Supabase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76688" y="50840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클라우드 동기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0" y="5303520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파일 Storage 업로드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49840" y="5559552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장치 간 자동 복원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주요 기능 (1) — 데이터 입력 &amp; 사용자 인증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12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5종 Excel 파일 업로드 · 드래그앤드롭 · Supabase 회원제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0A0C8"/>
                </a:solidFill>
              </a:rPr>
              <a:t>생산계획대비 자재부족현황 앱 개발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68580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6858000" cy="40233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16128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📂  업로드 파일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645920"/>
            <a:ext cx="475488" cy="4754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737360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" y="1664208"/>
            <a:ext cx="822960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7335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83664" y="1664208"/>
            <a:ext cx="804672" cy="20116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1952" y="1673352"/>
            <a:ext cx="786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필수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1883664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부품 소요량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066544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부품코드·부품명·소요량·유형(구매/사출/도장)·레벨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2139696"/>
            <a:ext cx="475488" cy="47548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2231136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" y="2157984"/>
            <a:ext cx="822960" cy="20116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16712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생산계획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83664" y="2157984"/>
            <a:ext cx="804672" cy="20116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2167128"/>
            <a:ext cx="786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필수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23774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조립_A / B / C / D 시트 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256032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라인별 모델번호·수량·생산일자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" y="2633472"/>
            <a:ext cx="475488" cy="475488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272491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" y="2651760"/>
            <a:ext cx="822960" cy="201168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2660904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재고현황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83664" y="2651760"/>
            <a:ext cx="804672" cy="20116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01952" y="2660904"/>
            <a:ext cx="786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필수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2871216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sMES 창고별 부품 현재고 조회 다운로드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3054096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부품코드·재고수량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" y="3127248"/>
            <a:ext cx="47548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3218688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" y="3145536"/>
            <a:ext cx="822960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154680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포장사양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83664" y="3145536"/>
            <a:ext cx="804672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01952" y="3154680"/>
            <a:ext cx="786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336499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제품별 포장재 사양 마스터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354787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포장재 소요량 계산 탭 활성화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" y="3621024"/>
            <a:ext cx="475488" cy="47548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" y="3712464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2" y="3639312"/>
            <a:ext cx="822960" cy="20116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3648456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키팅 자재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83664" y="3639312"/>
            <a:ext cx="804672" cy="20116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01952" y="3648456"/>
            <a:ext cx="786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선택·복수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3858768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sMES 키팅 xlsx 복수 등록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4041648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키팅 수량 분석 반영 (자동화 연동)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1143000"/>
            <a:ext cx="44805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06640" y="1143000"/>
            <a:ext cx="4480560" cy="402336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16128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업로드 UX 특징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16368" y="1664208"/>
            <a:ext cx="54864" cy="256032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44383" y="166420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868C"/>
                </a:solidFill>
              </a:rPr>
              <a:t>드래그 &amp; 드롭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44383" y="1901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파일을 업로드 영역에 끌어다 놓기 지원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16368" y="2148840"/>
            <a:ext cx="54864" cy="256032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44383" y="214884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868C"/>
                </a:solidFill>
              </a:rPr>
              <a:t>클라우드 자동 복원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44383" y="23865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Supabase Storage — 타 장치·재접속 시
이전 업로드 파일 자동 복원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16368" y="2633472"/>
            <a:ext cx="54864" cy="256032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44383" y="263347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868C"/>
                </a:solidFill>
              </a:rPr>
              <a:t>업로드 이력 표시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44383" y="28712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upload_logs 테이블에 파일명·시각·담당자 저장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16368" y="3118104"/>
            <a:ext cx="54864" cy="256032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44383" y="311810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868C"/>
                </a:solidFill>
              </a:rPr>
              <a:t>섹션 접기/펼치기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44383" y="3355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업로드 패널 클릭 토글 (작업 후 화면 절약)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16368" y="3602736"/>
            <a:ext cx="54864" cy="256032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44383" y="360273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868C"/>
                </a:solidFill>
              </a:rPr>
              <a:t>키팅 복수 등록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44383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xlsx 여러 파일 동시 선택 → chip 태그 표시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041648"/>
            <a:ext cx="11640312" cy="2587752"/>
          </a:xfrm>
          <a:prstGeom prst="rect">
            <a:avLst/>
          </a:prstGeom>
          <a:solidFill>
            <a:srgbClr val="FFFFFF"/>
          </a:solidFill>
          <a:ln w="1905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4320" y="4041648"/>
            <a:ext cx="11640312" cy="402336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" y="40599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 Supabase 회원 인증 &amp; 권한 관리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4048" y="4553712"/>
            <a:ext cx="26517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4048" y="4553712"/>
            <a:ext cx="2651760" cy="329184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" y="4572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회원가입 신청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3776" y="493776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이름·이메일·PW 입력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3776" y="521208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Supabase Auth 생성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3776" y="548640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profiles 테이블 등록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3776" y="576072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(status=pending)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374136" y="4553712"/>
            <a:ext cx="26517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374136" y="4553712"/>
            <a:ext cx="2651760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65576" y="4572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관리자 승인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83864" y="493776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관리자 패널에서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83864" y="521208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회원 목록 확인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83864" y="548640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승인/거절 처리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83864" y="576072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권한(읽기/업로드/수정) 부여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64224" y="4553712"/>
            <a:ext cx="26517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64224" y="4553712"/>
            <a:ext cx="2651760" cy="329184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55664" y="4572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로그인 &amp; 접근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73952" y="493776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이메일+PW 로그인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73952" y="521208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status=approved 확인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73952" y="548640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권한별 UI 활성화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73952" y="576072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헤더에 이름 표시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354312" y="4553712"/>
            <a:ext cx="26517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354312" y="4553712"/>
            <a:ext cx="2651760" cy="329184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45752" y="4572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관리자 패널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64040" y="493776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is_admin=true 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64040" y="521208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회원관리 버튼 표시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464040" y="548640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전체 회원 조회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64040" y="576072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승인·거절·권한 편집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주요 기능 (2) — 분석 로직 &amp; 결과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12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BOM 전개 → 필요량 산출 → 재고·키팅 차감 → 긴급도 판정 → 6탭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0A0C8"/>
                </a:solidFill>
              </a:rPr>
              <a:t>생산계획대비 자재부족현황 앱 개발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874519" cy="1965960"/>
          </a:xfrm>
          <a:prstGeom prst="rect">
            <a:avLst/>
          </a:prstGeom>
          <a:solidFill>
            <a:srgbClr val="FFFFFF"/>
          </a:solidFill>
          <a:ln w="2286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874519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61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88720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08176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전개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6420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Lv1/Lv2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3852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선택 전개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1284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부품별 소요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8716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계수 합산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39" y="1874519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8567" y="1143000"/>
            <a:ext cx="1874519" cy="1965960"/>
          </a:xfrm>
          <a:prstGeom prst="rect">
            <a:avLst/>
          </a:prstGeom>
          <a:solidFill>
            <a:srgbClr val="FFFFFF"/>
          </a:solidFill>
          <a:ln w="2286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58567" y="1143000"/>
            <a:ext cx="1874519" cy="45720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8567" y="1161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7" y="1188720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생산계획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7" y="1408176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파싱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7" y="166420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조립_A~D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7" y="193852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시트 통합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7" y="221284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기준일 이후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0007" y="248716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수량 집계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6" y="1874519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4" y="1143000"/>
            <a:ext cx="1874519" cy="1965960"/>
          </a:xfrm>
          <a:prstGeom prst="rect">
            <a:avLst/>
          </a:prstGeom>
          <a:solidFill>
            <a:srgbClr val="FFFFFF"/>
          </a:solidFill>
          <a:ln w="2286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2814" y="1143000"/>
            <a:ext cx="1874519" cy="45720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2814" y="1161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4294" y="1188720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필요량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4294" y="1408176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산출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4" y="166420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BOM계수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4" y="193852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× 생산수량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254" y="221284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= 총 필요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4" y="248716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부품량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7333" y="1874519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7061" y="1143000"/>
            <a:ext cx="1874519" cy="1965960"/>
          </a:xfrm>
          <a:prstGeom prst="rect">
            <a:avLst/>
          </a:prstGeom>
          <a:solidFill>
            <a:srgbClr val="FFFFFF"/>
          </a:solidFill>
          <a:ln w="2286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7061" y="1143000"/>
            <a:ext cx="1874519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7061" y="1161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1" y="1188720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재고·키팅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8541" y="1408176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차감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8501" y="166420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재고+키팅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1" y="193852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→ 필요량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1" y="221284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차감 → 부족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1" y="248716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수량 산출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0" y="1874519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11308" y="1143000"/>
            <a:ext cx="1874519" cy="1965960"/>
          </a:xfrm>
          <a:prstGeom prst="rect">
            <a:avLst/>
          </a:prstGeom>
          <a:solidFill>
            <a:srgbClr val="FFFFFF"/>
          </a:solidFill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11308" y="1143000"/>
            <a:ext cx="1874519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11308" y="1161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22788" y="1188720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긴급도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2788" y="1408176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판정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48" y="166420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일자별 확인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2748" y="193852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1일이내 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48" y="221284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3일이내 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48" y="248716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3일이후 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85827" y="1874519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95555" y="1143000"/>
            <a:ext cx="1874519" cy="1965960"/>
          </a:xfrm>
          <a:prstGeom prst="rect">
            <a:avLst/>
          </a:prstGeom>
          <a:solidFill>
            <a:srgbClr val="FFFFFF"/>
          </a:solidFill>
          <a:ln w="2286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195555" y="1143000"/>
            <a:ext cx="1874519" cy="45720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95555" y="1161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35" y="1188720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35" y="1408176"/>
            <a:ext cx="1417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렌더링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86995" y="166420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6탭 테이블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86995" y="193852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필터·검색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86995" y="2212848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Excel 내보내기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246120"/>
            <a:ext cx="66751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3246120"/>
            <a:ext cx="6675120" cy="402336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0624" y="32644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결과 화면 6개 탭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336" y="3749039"/>
            <a:ext cx="73152" cy="237744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374903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952A3"/>
                </a:solidFill>
              </a:rPr>
              <a:t>📊 자재별 부족현황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3986783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부품별 재고·필요량·부족량·긴급도·키팅수량 통합 표시
부품코드/명 검색 · 상태/라인/긴급도 필터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2336" y="4206239"/>
            <a:ext cx="73152" cy="2377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420623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5F"/>
                </a:solidFill>
              </a:rPr>
              <a:t>🏭 모델별 부족현황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4443983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모델별 자재 부족 집계 + 상세 펼치기(▶)
일자별 소요량 테이블 / 부족 자재 chip 표시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2336" y="4663439"/>
            <a:ext cx="73152" cy="237744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466343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868C"/>
                </a:solidFill>
              </a:rPr>
              <a:t>📅 일자별 부족현황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4901183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날짜 기준 생산계획 대비 일별 자재 소요 추이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2336" y="5120639"/>
            <a:ext cx="73152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512063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</a:rPr>
              <a:t>📦 재고현황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358383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전체 부품 재고 수량 조회 및 검색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2336" y="5577839"/>
            <a:ext cx="73152" cy="237744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8640" y="557783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C359E"/>
                </a:solidFill>
              </a:rPr>
              <a:t>🗂️ 모델별 재고현황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5815583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모델×부품 매트릭스 재고 조회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2336" y="6035039"/>
            <a:ext cx="73152" cy="237744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" y="603503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8A4A"/>
                </a:solidFill>
              </a:rPr>
              <a:t>📦 포장재 소요량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6272783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포장사양 파일 기반 라인별 포장재 필요량 산출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23760" y="3246120"/>
            <a:ext cx="466344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223760" y="3246120"/>
            <a:ext cx="4663440" cy="40233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70064" y="32644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📈  요약 카드 &amp; 분석 설정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70064" y="3749039"/>
            <a:ext cx="201168" cy="201168"/>
          </a:xfrm>
          <a:prstGeom prst="rect">
            <a:avLst/>
          </a:prstGeom>
          <a:solidFill>
            <a:srgbClr val="7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44383" y="374903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0000"/>
                </a:solidFill>
              </a:rPr>
              <a:t>🚨 즉시부족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44383" y="395020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1일이내 생산에 직접 영향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70064" y="4169663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44383" y="416966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🔴 긴급부족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44383" y="4370831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영업일 3일이내 부족 자재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70064" y="4590287"/>
            <a:ext cx="201168" cy="20116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44383" y="4590287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📋 여유부족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44383" y="4791455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3일이후 부족 — 발주 필요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370064" y="5010911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44383" y="5010911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⚠️ 위험자재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44383" y="5212079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충족률 120% 미만 — 주의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70064" y="5431535"/>
            <a:ext cx="201168" cy="20116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44383" y="5431535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A4A"/>
                </a:solidFill>
              </a:rPr>
              <a:t>✅ 충분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44383" y="5632703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현재고로 계획 대응 가능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370064" y="5852159"/>
            <a:ext cx="201168" cy="20116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644383" y="585215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359E"/>
                </a:solidFill>
              </a:rPr>
              <a:t>🟣 키팅적용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44383" y="605332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키팅 자재 반영 품목 수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370064" y="6272783"/>
            <a:ext cx="201168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644383" y="627278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80B9"/>
                </a:solidFill>
              </a:rPr>
              <a:t>📦 총 부품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44383" y="6473951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분석 대상 전체 부품 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70064" y="649224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D868C"/>
                </a:solidFill>
              </a:rPr>
              <a:t>설정 옵션:  기준일자 · BOM 레벨(전체/Lv1/Lv1+2) · 부품유형(구매/사출/도장)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DB 설계 &amp; 배포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12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Supabase PostgreSQL 스키마 · RLS 보안 · Vercel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0A0C8"/>
                </a:solidFill>
              </a:rPr>
              <a:t>생산계획대비 자재부족현황 앱 개발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667512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6675120" cy="402336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1612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🗄️  Supabase DB 스키마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" y="1664208"/>
            <a:ext cx="6400800" cy="32918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70078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TABLE: profiles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2011680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039112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011680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8528" y="2039112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UUID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03911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PK · auth.users 참조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286000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313432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286000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8528" y="2313432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23134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로그인 이메일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2560320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2587752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display_name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560320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8528" y="2587752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25877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표시 이름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" y="2834640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2862072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2834640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38528" y="2862072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2" y="286207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pending / approved / rejected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3108960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3136392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is_admin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3108960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38528" y="3136392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BOOLEAN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7792" y="313639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관리자 여부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" y="3383280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3410712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permissions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383280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38528" y="3410712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JSONB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7792" y="341071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{read, upload, modify}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" y="3657600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" y="3685032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created_at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20240" y="3657600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38528" y="3685032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TIMESTAMPTZ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07792" y="36850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가입 일시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" y="3931920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3959352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approved_at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3931920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38528" y="3959352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TIMESTAMPTZ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07792" y="39593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승인 일시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" y="4370832"/>
            <a:ext cx="6400800" cy="329184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3776" y="440740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TABLE: upload_logs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4718304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2064" y="4745736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52A3"/>
                </a:solidFill>
              </a:rPr>
              <a:t>file_type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4718304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38528" y="4745736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TEXT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07792" y="474573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PK · bom/plan/inv/pkg/kit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" y="4992624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" y="5020056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52A3"/>
                </a:solidFill>
              </a:rPr>
              <a:t>uploaded_at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20240" y="4992624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38528" y="5020056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TEXT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07792" y="502005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Unix ms timestamp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" y="5266944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5294376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52A3"/>
                </a:solidFill>
              </a:rPr>
              <a:t>uploader_name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20240" y="5266944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38528" y="5294376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TEXT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07792" y="529437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업로더 이름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3776" y="5541264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2064" y="5568696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52A3"/>
                </a:solidFill>
              </a:rPr>
              <a:t>file_name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20240" y="5541264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38528" y="5568696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TEXT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07792" y="55686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단일 파일명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3776" y="5815584"/>
            <a:ext cx="137160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2064" y="5843016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52A3"/>
                </a:solidFill>
              </a:rPr>
              <a:t>file_names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20240" y="5815584"/>
            <a:ext cx="914400" cy="256032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938528" y="5843016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7E22"/>
                </a:solidFill>
              </a:rPr>
              <a:t>TEXT[]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07792" y="584301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복수 파일명 (키팅)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02336" y="6254496"/>
            <a:ext cx="6400800" cy="274320"/>
          </a:xfrm>
          <a:prstGeom prst="rect">
            <a:avLst/>
          </a:prstGeom>
          <a:solidFill>
            <a:srgbClr val="D4EDDA"/>
          </a:solidFill>
          <a:ln w="127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3776" y="628192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8A4A"/>
                </a:solidFill>
              </a:rPr>
              <a:t>🔒 RLS:  인증된 사용자만 profiles / upload_logs 읽기·쓰기 허용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23760" y="1143000"/>
            <a:ext cx="46634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23760" y="1143000"/>
            <a:ext cx="4663440" cy="402336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70064" y="11612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🚀  배포 &amp; 인프라 구성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70064" y="1664208"/>
            <a:ext cx="4389120" cy="1078992"/>
          </a:xfrm>
          <a:prstGeom prst="rect">
            <a:avLst/>
          </a:prstGeom>
          <a:solidFill>
            <a:srgbClr val="F4F6F9"/>
          </a:solidFill>
          <a:ln w="1524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70064" y="1664208"/>
            <a:ext cx="4389120" cy="29260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61504" y="169164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Vercel 배포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61504" y="201168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vercel.json — SPA 리다이렉트 설정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61504" y="22494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모든 경로 → index.html (싱글 라우팅)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61504" y="24871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GitHub Push → 자동 CI/CD 배포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70064" y="2834640"/>
            <a:ext cx="4389120" cy="1078992"/>
          </a:xfrm>
          <a:prstGeom prst="rect">
            <a:avLst/>
          </a:prstGeom>
          <a:solidFill>
            <a:srgbClr val="F4F6F9"/>
          </a:solidFill>
          <a:ln w="1524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370064" y="2834640"/>
            <a:ext cx="4389120" cy="292608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461504" y="286207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Supabase Auth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61504" y="31821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이메일+PW 인증 (이메일 확인 OFF)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61504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profiles 트리거로 가입 시 자동 등록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1504" y="365760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로그인 유지 (localStorage 세션)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370064" y="4005072"/>
            <a:ext cx="4389120" cy="1078992"/>
          </a:xfrm>
          <a:prstGeom prst="rect">
            <a:avLst/>
          </a:prstGeom>
          <a:solidFill>
            <a:srgbClr val="F4F6F9"/>
          </a:solidFill>
          <a:ln w="1524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370064" y="4005072"/>
            <a:ext cx="4389120" cy="29260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61504" y="403250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Supabase Storage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61504" y="435254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버킷: ms-files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61504" y="459028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파일 타입별 덮어쓰기 (upsert)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61504" y="482803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RLS: 인증 회원만 읽기·쓰기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70064" y="5175504"/>
            <a:ext cx="4389120" cy="1078992"/>
          </a:xfrm>
          <a:prstGeom prst="rect">
            <a:avLst/>
          </a:prstGeom>
          <a:solidFill>
            <a:srgbClr val="F4F6F9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370064" y="5175504"/>
            <a:ext cx="4389120" cy="2926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461504" y="520293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로컬 실행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61504" y="552297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자재부족현황.html 직접 열기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61504" y="576072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Playwright 키팅 자동화 연동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61504" y="599846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인터넷 없이도 분석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화면 구성 (UI/UX)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12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반응형 레이아웃 · 모달 팝업 · 색상 코드 시각화 · 키팅 자동화 버튼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0A0C8"/>
                </a:solidFill>
              </a:rPr>
              <a:t>생산계획대비 자재부족현황 앱 개발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816352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8163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7957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🔐 로그인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1581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이메일/PW 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8928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회원가입 신청 모달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관리자 승인 대기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514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아이디·PW 저장 체크박스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143000"/>
            <a:ext cx="2816352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143000"/>
            <a:ext cx="2816352" cy="36576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17957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📂 파일 업로드 패널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1581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4종 업로드 그리드 (2×2)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18928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드래그앤드롭 + 클릭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키팅 복수 파일 chip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2514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섹션 접기/펼치기 토글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143000"/>
            <a:ext cx="2816352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143000"/>
            <a:ext cx="2816352" cy="36576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17957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⚙️ 설정 &amp; 실행 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1581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기준일자 달력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18928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BOM 레벨 드롭다운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부품유형 필터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2514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분석실행·Excel 내보내기 버튼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1143000"/>
            <a:ext cx="2816352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1143000"/>
            <a:ext cx="2816352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2288" y="117957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📊 요약 카드 (7종)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1581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즉시부족/긴급/여유/위험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18928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충분/키팅적용/총 부품 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색상 코드 직관적 표시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2514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긴급도 기준 날짜 배너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2816352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749040"/>
            <a:ext cx="2816352" cy="36576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78561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📋 결과 테이블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" y="4187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6탭 전환 (클릭)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" y="44988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컬럼 너비 드래그 조절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" y="48097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모델별 상세 펼치기(▶)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" y="51206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부족 자재 chip 시각화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3749040"/>
            <a:ext cx="2816352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3749040"/>
            <a:ext cx="2816352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10128" y="378561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🤖 키팅 자동화 모달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28416" y="4187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5단계 안내 표시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8416" y="44988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자동화 시작 버튼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28416" y="48097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최초 설정 bat 다운로드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28416" y="51206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긴급정지 버튼 (헤더)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3749040"/>
            <a:ext cx="2816352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80" y="3749040"/>
            <a:ext cx="2816352" cy="36576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378561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👥 관리자 패널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4496" y="4187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전체 회원 카드 목록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54496" y="44988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상태 배지 (대기/승인/거절)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54496" y="48097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승인·거절 버튼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54496" y="51206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권한(읽기/업로드/수정) 체크박스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3749040"/>
            <a:ext cx="2816352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52560" y="3749040"/>
            <a:ext cx="2816352" cy="365760"/>
          </a:xfrm>
          <a:prstGeom prst="rect">
            <a:avLst/>
          </a:prstGeom>
          <a:solidFill>
            <a:srgbClr val="7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62288" y="378561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📱 반응형 레이아웃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4187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1200px 이하 업로드 2열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44988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900px 이하 1열 + 카드 2열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48097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테이블 가로 스크롤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51206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560px 최대 높이 스크롤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914400"/>
            <a:ext cx="5486400" cy="5486400"/>
          </a:xfrm>
          <a:prstGeom prst="ellipse">
            <a:avLst/>
          </a:prstGeom>
          <a:solidFill>
            <a:srgbClr val="25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개발 성과 요약 &amp; 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0A0C8"/>
                </a:solidFill>
              </a:rPr>
              <a:t>생산계획대비 자재부족현황 앱 개발 완료보고서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6858000" cy="5074920"/>
          </a:xfrm>
          <a:prstGeom prst="rect">
            <a:avLst/>
          </a:prstGeom>
          <a:solidFill>
            <a:srgbClr val="1E3052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6858000" cy="40233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16128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🏆  개발 성과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" y="1664208"/>
            <a:ext cx="256032" cy="25603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6420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8A4A"/>
                </a:solidFill>
              </a:rPr>
              <a:t>순수 프론트엔드 SPA 완성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3852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CF0"/>
                </a:solidFill>
              </a:rPr>
              <a:t>별도 서버·빌드 없이 HTML 단일 파일로 완전한 앱 구현
로컬 실행 + Vercel 배포 모두 지원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2505456"/>
            <a:ext cx="256032" cy="256032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50545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68C"/>
                </a:solidFill>
              </a:rPr>
              <a:t>BOM × 생산계획 자동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779776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CF0"/>
                </a:solidFill>
              </a:rPr>
              <a:t>Lv1/Lv2 BOM 다단계 전개·소요량 계산 엔진 내재화
수동 Excel 작업 30분 → 자동 분석 10초 이내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" y="3346704"/>
            <a:ext cx="256032" cy="256032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4670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52A3"/>
                </a:solidFill>
              </a:rPr>
              <a:t>Supabase 클라우드 연동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621024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CF0"/>
                </a:solidFill>
              </a:rPr>
              <a:t>회원 인증·권한 관리·파일 공유 통합 구현
다수 장치에서 최신 파일 자동 복원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4187952"/>
            <a:ext cx="256032" cy="256032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18795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59E"/>
                </a:solidFill>
              </a:rPr>
              <a:t>sMES 키팅 자동화 연동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46227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CF0"/>
                </a:solidFill>
              </a:rPr>
              <a:t>Python 스크립트(pywinauto·Playwright) 연동
웹 버튼 클릭 → 자동화 실행 → 결과 자동 반영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" y="5029200"/>
            <a:ext cx="256032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02920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6탭 결과 화면 &amp; Excel 내보내기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3035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CF0"/>
                </a:solidFill>
              </a:rPr>
              <a:t>자재별·모델별·일자별·재고·포장재 등 다각도 분석
결과 Excel 다운로드로 보고서 활용 가능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143000"/>
            <a:ext cx="4480560" cy="5074920"/>
          </a:xfrm>
          <a:prstGeom prst="rect">
            <a:avLst/>
          </a:prstGeom>
          <a:solidFill>
            <a:srgbClr val="1A3555"/>
          </a:solidFill>
          <a:ln w="1270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1143000"/>
            <a:ext cx="4480560" cy="402336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2944" y="116128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 향후 개선 계획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52944" y="1664208"/>
            <a:ext cx="1005840" cy="31089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1" y="1700784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단기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0224" y="17007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→  생산계획 컬럼 자동 매핑 고도화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0224" y="19751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→  키팅 자동화 조회 버튼 완전 자동화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0224" y="22494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→  분석 결과 이메일 자동 발송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52944" y="2779776"/>
            <a:ext cx="1005840" cy="310896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71231" y="2816352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중기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28163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→  스케줄러 — 매일 자동 분석 &amp; 알림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0224" y="30906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→  부족 자재 발주 요청 자동 생성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0224" y="336499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→  모바일 최적화 반응형 강화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52944" y="3895344"/>
            <a:ext cx="1005840" cy="310896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71231" y="3931920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장기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50224" y="39319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→  sMES API 직접 연동 (GUI 의존 제거)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50224" y="42062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→  AI 기반 재고 소진 예측 기능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50224" y="44805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→  대시보드 &amp; KPI 리포트 고도화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solidFill>
            <a:srgbClr val="15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0138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B8E0"/>
                </a:solidFill>
              </a:rPr>
              <a:t>본 앱은 생산 현장의 자재 수급 의사결정을 실시간으로 지원하기 위해 개발되었습니다.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