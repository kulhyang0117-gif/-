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097280"/>
            <a:ext cx="5486400" cy="54864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5029200"/>
            <a:ext cx="2743200" cy="2743200"/>
          </a:xfrm>
          <a:prstGeom prst="ellipse">
            <a:avLst/>
          </a:prstGeom>
          <a:solidFill>
            <a:srgbClr val="1E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⚙ 자동실행 구성 설명서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0B8E8"/>
                </a:solidFill>
              </a:rPr>
              <a:t>생산계획 대비 자재부족현황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0"/>
                </a:solidFill>
              </a:rPr>
              <a:t>자동 파일 동기화 · 자동 분석 실행 · 다중 사용자 공유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4572000" cy="1905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① 전체 자동실행 흐름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96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② 로그인 &amp; 초기 파일 복원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③ Supabase 파일 자동 동기화 (3분 주기)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280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④ 파일 업로드 → 자동 분석 트리거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5721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⑤ 생산계획 DB 저장 방식 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⑥ 요약 &amp; 핵심 포인트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① 전체 자동실행 흐름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앱 실행부터 분석 완료까지 자동으로 처리되는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03120" cy="3291840"/>
          </a:xfrm>
          <a:prstGeom prst="rect">
            <a:avLst/>
          </a:prstGeom>
          <a:solidFill>
            <a:srgbClr val="D6E4F7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103120" cy="82296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Firebase/Supabase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인증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세션 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6517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280160"/>
            <a:ext cx="2103120" cy="3291840"/>
          </a:xfrm>
          <a:prstGeom prst="rect">
            <a:avLst/>
          </a:prstGeom>
          <a:solidFill>
            <a:srgbClr val="D1F0F2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8608" y="1280160"/>
            <a:ext cx="2103120" cy="82296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1737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파일 복원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IndexedDB에서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로컬 캐시 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(BOM·계획·재고)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26517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2896" y="1280160"/>
            <a:ext cx="2103120" cy="3291840"/>
          </a:xfrm>
          <a:prstGeom prst="rect">
            <a:avLst/>
          </a:prstGeom>
          <a:solidFill>
            <a:srgbClr val="F0E6F7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82896" y="1280160"/>
            <a:ext cx="210312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1737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서버 동기화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0056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Supabase DB에서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최신 파일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타임스탬프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26517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87184" y="1280160"/>
            <a:ext cx="2103120" cy="3291840"/>
          </a:xfrm>
          <a:prstGeom prst="rect">
            <a:avLst/>
          </a:prstGeom>
          <a:solidFill>
            <a:srgbClr val="D4EDDA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87184" y="1280160"/>
            <a:ext cx="2103120" cy="82296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7184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1737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자동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3개 파일 준비 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즉시 분석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결과 화면 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65176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91472" y="1280160"/>
            <a:ext cx="2103120" cy="3291840"/>
          </a:xfrm>
          <a:prstGeom prst="rect">
            <a:avLst/>
          </a:prstGeom>
          <a:solidFill>
            <a:srgbClr val="FDF3E3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280160"/>
            <a:ext cx="210312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1737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주기 감시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8632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3분마다 반복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632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변경 감지 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8632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재동기화·재분석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754880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2803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💡  모든 단계는 사용자 조작 없이 자동으로 실행됩니다. 파일 업로드 후 분석 버튼을 누르지 않아도 자동으로 결과가 갱신되며, 3분마다 서버를 확인해 다른 사용자가 올린 최신 파일을 자동 반영합니다.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② 로그인 &amp; 초기 파일 복원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앱 최초 진입 시 자동으로 실행되는 인증 및 파일 캐시 복원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 로그인 처리 흐름</a:t>
            </a:r>
          </a:p>
        </p:txBody>
      </p:sp>
      <p:sp>
        <p:nvSpPr>
          <p:cNvPr id="9" name="Oval 8"/>
          <p:cNvSpPr/>
          <p:nvPr/>
        </p:nvSpPr>
        <p:spPr>
          <a:xfrm>
            <a:off x="438912" y="1737360"/>
            <a:ext cx="292608" cy="292608"/>
          </a:xfrm>
          <a:prstGeom prst="ellipse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373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앱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window.load 이벤트 발생 → initAuth() 자동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0116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5"/>
                </a:solidFill>
              </a:rPr>
              <a:t>│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" y="2395728"/>
            <a:ext cx="292608" cy="292608"/>
          </a:xfrm>
          <a:prstGeom prst="ellipse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957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50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세션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06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sb.auth.getSession() — 브라우저에 저장된 로그인 세션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670048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5"/>
                </a:solidFill>
              </a:rPr>
              <a:t>│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" y="3054096"/>
            <a:ext cx="292608" cy="292608"/>
          </a:xfrm>
          <a:prstGeom prst="ellipse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0540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083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자동 로그인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2644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유효 세션 있으면 로그인 화면 건너뜀 (자동 복원)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3328416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5"/>
                </a:solidFill>
              </a:rPr>
              <a:t>│</a:t>
            </a:r>
          </a:p>
        </p:txBody>
      </p:sp>
      <p:sp>
        <p:nvSpPr>
          <p:cNvPr id="24" name="Oval 23"/>
          <p:cNvSpPr/>
          <p:nvPr/>
        </p:nvSpPr>
        <p:spPr>
          <a:xfrm>
            <a:off x="438912" y="3712464"/>
            <a:ext cx="292608" cy="292608"/>
          </a:xfrm>
          <a:prstGeom prst="ellipse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7124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667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권한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2277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profiles 테이블에서 권한 조회 → upload / modify 권한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39867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5"/>
                </a:solidFill>
              </a:rPr>
              <a:t>│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" y="4370832"/>
            <a:ext cx="292608" cy="292608"/>
          </a:xfrm>
          <a:prstGeom prst="ellipse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3708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251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파일 동기화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811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syncFilesFromSupabase() 자동 호출 → 최신 파일 확인 시작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143000"/>
            <a:ext cx="59436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143000"/>
            <a:ext cx="5943600" cy="41148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11612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💾  IndexedDB 로컬 캐시 복원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691640"/>
            <a:ext cx="5623560" cy="530352"/>
          </a:xfrm>
          <a:prstGeom prst="rect">
            <a:avLst/>
          </a:prstGeom>
          <a:solidFill>
            <a:srgbClr val="D1F0F2"/>
          </a:solidFill>
          <a:ln w="10160">
            <a:solidFill>
              <a:srgbClr val="A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17190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868C"/>
                </a:solidFill>
              </a:rPr>
              <a:t>🔑 키: 'bom'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BOM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1965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부품 소요량 정보 (.xlsx)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313432"/>
            <a:ext cx="5623560" cy="530352"/>
          </a:xfrm>
          <a:prstGeom prst="rect">
            <a:avLst/>
          </a:prstGeom>
          <a:solidFill>
            <a:srgbClr val="D1F0F2"/>
          </a:solidFill>
          <a:ln w="10160">
            <a:solidFill>
              <a:srgbClr val="A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868C"/>
                </a:solidFill>
              </a:rPr>
              <a:t>🔑 키: 'plan'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생산계획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25877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조립 A/B/C/D 시트 포함 (.xlsx)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2935224"/>
            <a:ext cx="5623560" cy="530352"/>
          </a:xfrm>
          <a:prstGeom prst="rect">
            <a:avLst/>
          </a:prstGeom>
          <a:solidFill>
            <a:srgbClr val="D1F0F2"/>
          </a:solidFill>
          <a:ln w="10160">
            <a:solidFill>
              <a:srgbClr val="A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2" y="29626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868C"/>
                </a:solidFill>
              </a:rPr>
              <a:t>🔑 키: 'inv'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29626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재고현황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32095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현재 재고 수량 (.xlsx)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557016"/>
            <a:ext cx="5623560" cy="530352"/>
          </a:xfrm>
          <a:prstGeom prst="rect">
            <a:avLst/>
          </a:prstGeom>
          <a:solidFill>
            <a:srgbClr val="D1F0F2"/>
          </a:solidFill>
          <a:ln w="10160">
            <a:solidFill>
              <a:srgbClr val="A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9632" y="3584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868C"/>
                </a:solidFill>
              </a:rPr>
              <a:t>🔑 키: 'pkg'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35844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포장사양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383133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제품별 포장재 사양 (.xlsx)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4178808"/>
            <a:ext cx="5623560" cy="530352"/>
          </a:xfrm>
          <a:prstGeom prst="rect">
            <a:avLst/>
          </a:prstGeom>
          <a:solidFill>
            <a:srgbClr val="D1F0F2"/>
          </a:solidFill>
          <a:ln w="10160">
            <a:solidFill>
              <a:srgbClr val="A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2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868C"/>
                </a:solidFill>
              </a:rPr>
              <a:t>🔑 키: 'kit_list'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2062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키팅자재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44531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복수 파일 목록 (배열 저장)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4800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</a:rPr>
              <a:t>※ 로컬 캐시가 있으면 즉시 화면에 표시 (서버 응답 대기 없이)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③ Supabase 파일 자동 동기화 (3분 주기)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서버의 최신 파일을 자동으로 감지하고 로컬에 반영하는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315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⏱  타임스탬프 비교로 불필요한 다운로드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serverTs  =  upload_logs.uploaded_at  (Supabase 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localTs   =  localStorage.ms_uptime_{type}  (브라우저)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3200400" cy="621792"/>
          </a:xfrm>
          <a:prstGeom prst="rect">
            <a:avLst/>
          </a:prstGeom>
          <a:solidFill>
            <a:srgbClr val="FDF3E3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77440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localTs  &lt;  serverTs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0048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→  서버가 더 최신  →  DB에서 파일 다운로드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331720"/>
            <a:ext cx="3200400" cy="621792"/>
          </a:xfrm>
          <a:prstGeom prst="rect">
            <a:avLst/>
          </a:prstGeom>
          <a:solidFill>
            <a:srgbClr val="D4EDDA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377440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A4A"/>
                </a:solidFill>
              </a:rPr>
              <a:t>localTs  ≥  serverTs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670048"/>
            <a:ext cx="2980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→  로컬이 최신  →  다운로드 생략 (캐시 사용)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66160"/>
            <a:ext cx="73152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7315200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8444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🕐  동기화 실행 시점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41648"/>
            <a:ext cx="1371600" cy="34747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로그인 직후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0782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initAuth() 완료 → syncFilesFromSupabase() 즉시 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53712"/>
            <a:ext cx="1371600" cy="34747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581144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3분마다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5902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setInterval(syncFilesFromSupabase, 3분) — 탭을 열어두면 자동 반복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65776"/>
            <a:ext cx="1371600" cy="34747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093208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수동 새로고침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1023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페이지 reload 시 load 이벤트 → 자동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143000"/>
            <a:ext cx="4023360" cy="4892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1143000"/>
            <a:ext cx="4023360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116128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 파일별 처리 순서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645920"/>
            <a:ext cx="3749039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6824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BOM  (bom)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9751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① 서버 타임스탬프 확인  ② DB file_data 조회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16712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③ XLSX 파싱  ④ IndexedDB 갱신  ⑤ 화면 업데이트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2514600"/>
            <a:ext cx="3749039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551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생산계획  (plan)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84378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① 서버 타임스탬프 확인  ② DB file_data 조회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03580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③ XLSX 파싱  ④ IndexedDB 갱신  ⑤ 화면 업데이트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383280"/>
            <a:ext cx="3749039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4198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68C"/>
                </a:solidFill>
              </a:rPr>
              <a:t>재고현황  (inv)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7124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① 서버 타임스탬프 확인  ② DB file_data 조회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90448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③ XLSX 파싱  ④ IndexedDB 갱신  ⑤ 화면 업데이트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4251960"/>
            <a:ext cx="3749039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42885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포장사양  (pkg)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5811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① 서버 타임스탬프 확인  ② DB file_data 조회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77316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③ XLSX 파싱  ④ IndexedDB 갱신  ⑤ 화면 업데이트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5166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4A"/>
                </a:solidFill>
              </a:rPr>
              <a:t>↓ 4개 파일 모두 준비되면 자동 분석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④ 파일 업로드 → 자동 분석 트리거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사용자가 파일을 올리면 즉시 분석이 자동 실행되는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200400" cy="822960"/>
          </a:xfrm>
          <a:prstGeom prst="rect">
            <a:avLst/>
          </a:prstGeom>
          <a:solidFill>
            <a:srgbClr val="D6E4F7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52A3"/>
                </a:solidFill>
              </a:rPr>
              <a:t>🖱  드래그 &amp; 드롭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72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파일을 업로드 박스에 끌어다 놓기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188720"/>
            <a:ext cx="3200400" cy="822960"/>
          </a:xfrm>
          <a:prstGeom prst="rect">
            <a:avLst/>
          </a:prstGeom>
          <a:solidFill>
            <a:srgbClr val="D6E4F7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52A3"/>
                </a:solidFill>
              </a:rPr>
              <a:t>📂  클릭 파일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572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박스 클릭 → 파일 탐색기에서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03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↓  _processFile(type, file) 함수 실행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2240280" cy="41148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70048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XLSX 파싱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363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FileReader로 ArrayBuffer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6557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XLSX.read() → state[type] 메모리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6118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4328" y="260604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4328" y="2606040"/>
            <a:ext cx="2240280" cy="41148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2670048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로컬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1363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IndexedDB에 dbPut(type, {data, name})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46557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브라우저 캐시 갱신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6118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74336" y="260604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74336" y="2606040"/>
            <a:ext cx="2240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2670048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서버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31363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upload_logs 테이블에 upsert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346557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file_data(base64) + 타임스탬프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14616" y="36118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4344" y="260604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4344" y="2606040"/>
            <a:ext cx="224028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2" y="2670048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④ UI 갱신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31363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✅ 파일명 표시, 업로드 시각 갱신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346557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업로드자 이름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4624" y="36118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74352" y="2606040"/>
            <a:ext cx="22402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74352" y="2606040"/>
            <a:ext cx="2240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670048"/>
            <a:ext cx="2020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⑤ 자동 분석 실행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1512" y="31363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BOM + 생산계획 + 재고현황 3개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346557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모두 있으면 runAnalysis() 즉시 호출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074920"/>
            <a:ext cx="1161288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⚠  서버 저장 실패 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138928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로컬(IndexedDB) 저장은 완료 → 본인 기기에서는 정상 분석 가능 | 다른 사용자는 이전 파일 유지 | 화면에 ⚠ 경고 표시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⑤ 생산계획 파일 공유 방식 — DB 직접 저장 (신규)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Supabase Storage RLS 오류 해결 후 적용된 새로운 파일 공유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94960" cy="4754880"/>
          </a:xfrm>
          <a:prstGeom prst="rect">
            <a:avLst/>
          </a:prstGeom>
          <a:solidFill>
            <a:srgbClr val="FB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이전 방식 (Storage 업로드)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파일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39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2. uploadFileToStorage('plan.xlsx') → ❌ RLS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386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 new row violates row-level security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340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 syncUploadLog() → 타임스탬프만 저장 (파일 없음)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081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 다른 사용자: 다운로드 시도 → 구 테스트 파일 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4C3C"/>
                </a:solidFill>
              </a:rPr>
              <a:t>5. 결과: 최신 파일이 아닌 오래된 파일로 분석됨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8A4A"/>
                </a:solidFill>
              </a:rPr>
              <a:t>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8A4A"/>
                </a:solidFill>
              </a:rPr>
              <a:t>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143000"/>
            <a:ext cx="5303520" cy="4754880"/>
          </a:xfrm>
          <a:prstGeom prst="rect">
            <a:avLst/>
          </a:prstGeom>
          <a:solidFill>
            <a:srgbClr val="D4EDDA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1143000"/>
            <a:ext cx="530352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161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신규 방식 (DB 직접 저장)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A4A"/>
                </a:solidFill>
              </a:rPr>
              <a:t>1. 파일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868C"/>
                </a:solidFill>
              </a:rPr>
              <a:t>2. ArrayBuffer → base64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386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868C"/>
                </a:solidFill>
              </a:rPr>
              <a:t>3. upload_logs.file_data 컬럼에 직접 upsert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734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   (기존 RLS 정상 동작 테이블 재사용)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081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A4A"/>
                </a:solidFill>
              </a:rPr>
              <a:t>4. 타임스탬프·파일명 동시 저장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A4A"/>
                </a:solidFill>
              </a:rPr>
              <a:t>5. 다른 사용자: DB에서 file_data 직접 조회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776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8A4A"/>
                </a:solidFill>
              </a:rPr>
              <a:t>6. 결과: 항상 최신 파일로 정확한 분석 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89320"/>
            <a:ext cx="1161288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upload_logs 테이블 컬럼:  file_type  |  uploaded_at  |  uploader_name  |  file_name  |  file_names  |  file_data (TEXT · base64)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4572000" cy="45720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⑥ 요약 &amp; 핵심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생산계획 대비 자재부족현황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자동실행 핵심 구성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46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A4A"/>
                </a:solidFill>
              </a:rPr>
              <a:t>✅ 로그인 후 자동 파일 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57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IndexedDB 캐시 → 즉시 화면 표시, 서버 응답 불필요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746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52A3"/>
                </a:solidFill>
              </a:rPr>
              <a:t>✅ 타임스탬프 기반 스마트 동기화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57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서버 &gt; 로컬 일 때만 다운로드 → 불필요한 트래픽 제거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24328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791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✅ 3분 주기 자동 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90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다른 사용자가 올린 최신 파일 자동 감지 및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24328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6791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868C"/>
                </a:solidFill>
              </a:rPr>
              <a:t>✅ 업로드 즉시 자동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990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BOM + 생산계획 + 재고 3개 파일 준비 완료 시 runAnalysis() 자동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57016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611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✅ DB 직접 저장 방식 (신규)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227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Supabase Storage RLS 우회 → upload_logs.file_data(base64) 컬럼 활용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57016"/>
            <a:ext cx="5486400" cy="804672"/>
          </a:xfrm>
          <a:prstGeom prst="rect">
            <a:avLst/>
          </a:prstGeom>
          <a:solidFill>
            <a:srgbClr val="244A78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6118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8A4A"/>
                </a:solidFill>
              </a:rPr>
              <a:t>✅ 서버 저장 실패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9227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0"/>
                </a:solidFill>
              </a:rPr>
              <a:t>업로드 실패 시 ⚠ 경고 표시 → 로컬 분석은 유지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06247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💡  사용자는 파일만 업로드하면 됩니다. 분석·동기화·공유는 모두 자동으로 처리됩니다.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